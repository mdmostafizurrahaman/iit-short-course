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12EB88-41AC-4DC1-A0A4-FC1291BD09A9}">
  <a:tblStyle styleId="{8C12EB88-41AC-4DC1-A0A4-FC1291BD09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5300" y="2935485"/>
            <a:ext cx="11201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Python Functions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4154685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Making Code Simple, Reusable, and Organized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7700" y="1693529"/>
            <a:ext cx="1656600" cy="11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738437"/>
            <a:ext cx="952500" cy="571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95300" y="2986087"/>
            <a:ext cx="112014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The Basics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62000" y="4005262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What are functions and why should we use them?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66850"/>
            <a:ext cx="5048250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762000" y="1466850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What is a Function?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62000" y="19335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Think of a function as a </a:t>
            </a:r>
            <a:r>
              <a:rPr b="1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Kitchen Blender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. You give it ingredients (Inputs), it performs a specific task (Mixing), and it gives you a smoothie (Output).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62000" y="30384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Instead of manually chopping fruit every time, you just press the "Blender" button.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90625" y="3933825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Reusable blocks of code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90625" y="4419600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Performs one specific task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1190625" y="4905375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Makes code easier to read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719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4577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94347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THE FUNCTION MACHINE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 title="R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26325" y="1396550"/>
            <a:ext cx="4464850" cy="43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85987"/>
            <a:ext cx="5048250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85987"/>
            <a:ext cx="50482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1143000" y="2566987"/>
            <a:ext cx="45005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The Definition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143000" y="3033712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How we tell Python a function exists.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1143000" y="4538662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def is the keyword. greet_user is the name we chose.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62750" y="2566987"/>
            <a:ext cx="45005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The Call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762750" y="3033712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How we actually run the function.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62750" y="4538662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The parentheses () tell Python to "go" and execute the task now.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ANATOMY OF A FUNCTION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1190625" y="2643187"/>
            <a:ext cx="10239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Start with 'def':</a:t>
            </a: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Always begin with the def keyword to define a new function.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190625" y="3138487"/>
            <a:ext cx="10239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Give it a Name:</a:t>
            </a: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Pick a descriptive name (e.g., calculate_total instead of f1).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190625" y="3633787"/>
            <a:ext cx="10239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Add Parentheses:</a:t>
            </a: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Even if there are no inputs, () must be there.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190625" y="4129087"/>
            <a:ext cx="10239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Don't Forget the Colon:</a:t>
            </a: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The : marks the start of the function's body.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190625" y="4624387"/>
            <a:ext cx="10239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Indentation Matters:</a:t>
            </a: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All code inside the function must be pushed (indented) to the right.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81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765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718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67187"/>
            <a:ext cx="571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662487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THE 5 GOLDEN RULES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19312"/>
            <a:ext cx="3600450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8200" y="2119312"/>
            <a:ext cx="3248025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1975" y="2119312"/>
            <a:ext cx="3248025" cy="351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52675" y="240506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72026" y="3071812"/>
            <a:ext cx="31803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Single Input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47750" y="3538537"/>
            <a:ext cx="302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Pass one piece of data to customize the result.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72175" y="240506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4867036" y="3071812"/>
            <a:ext cx="281035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Multiple Inputs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933950" y="3538537"/>
            <a:ext cx="2676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Separate multiple instructions with commas.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7862" y="2405062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400811" y="3071812"/>
            <a:ext cx="281035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The Logic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467725" y="3538537"/>
            <a:ext cx="26765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The function uses these inputs like variables inside its body.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GIVING INSTRUCTIONS (PARAMETERS)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62000" y="2786062"/>
            <a:ext cx="39719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99%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4595812"/>
            <a:ext cx="39719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CD6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Reliability with Defaults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305425" y="2519362"/>
            <a:ext cx="643080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What if someone forgets?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305425" y="2986087"/>
            <a:ext cx="6124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 can set a "Plan B" value. If the user doesn't provide an input, Python will use the default value automatically.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SMART DEFAULTS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62000" y="2338387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Sometimes we don't just want to print a result; we want to </a:t>
            </a: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save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for later. This is what return does.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762000" y="2928937"/>
            <a:ext cx="10668000" cy="2486025"/>
          </a:xfrm>
          <a:prstGeom prst="roundRect">
            <a:avLst>
              <a:gd fmla="val 0" name="adj"/>
            </a:avLst>
          </a:prstGeom>
          <a:solidFill>
            <a:srgbClr val="112240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762000" y="2928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{8C12EB88-41AC-4DC1-A0A4-FC1291BD09A9}</a:tableStyleId>
              </a:tblPr>
              <a:tblGrid>
                <a:gridCol w="1849350"/>
                <a:gridCol w="3159925"/>
                <a:gridCol w="5658750"/>
              </a:tblGrid>
              <a:tr h="62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Code Example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D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2D44"/>
                    </a:solidFill>
                  </a:tcPr>
                </a:tc>
              </a:tr>
              <a:tr h="62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Calculate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return a + 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Sends the sum back to the main program.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Stop Early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return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Exits the function immediately.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Store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result = add(5, 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 result now holds the number 10.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20"/>
          <p:cNvSpPr/>
          <p:nvPr/>
        </p:nvSpPr>
        <p:spPr>
          <a:xfrm>
            <a:off x="762000" y="4162425"/>
            <a:ext cx="184933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611338" y="4162425"/>
            <a:ext cx="315991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71257" y="4162425"/>
            <a:ext cx="565874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62000" y="4781550"/>
            <a:ext cx="184933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2611338" y="4781550"/>
            <a:ext cx="315991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71257" y="4781550"/>
            <a:ext cx="565874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62000" y="5400675"/>
            <a:ext cx="184933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611338" y="5400675"/>
            <a:ext cx="315991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71257" y="5400675"/>
            <a:ext cx="565874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THE RETURN STATEMENT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62000" y="2171700"/>
            <a:ext cx="4800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Returning Dictionaries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762000" y="2638425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Functions can return multiple pieces of data neatly packaged in a Dictionary.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762000" y="510540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This keeps your data labeled and easy to access by name rather than just a list of numbers.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52500" y="762000"/>
            <a:ext cx="4600575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ORGANIZED RESULTS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762000" y="762000"/>
            <a:ext cx="57150" cy="10287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35793" y="450532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Variable Arguments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381750" y="2462212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if you don't know how many items are coming? Use *args and **kwargs!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75" y="2914650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6810375" y="3262312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*args:</a:t>
            </a: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Accepts a list of values.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810375" y="3748087"/>
            <a:ext cx="461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**kwargs:</a:t>
            </a:r>
            <a:r>
              <a:rPr b="0" i="0" lang="en-US" sz="16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Accepts labeled values (key-word).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ULTIMATE FLEXIBILITY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809750" y="2982515"/>
            <a:ext cx="85725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 "Code is read much more often than it is written." 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809750" y="4239815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FFD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Guido van Rossum (Creator of Python)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809750" y="4925615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b="1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Docstrings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(triple quotes """) to explain what your function does so others can use it easily.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2217985"/>
            <a:ext cx="762000" cy="4406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238250" y="2792015"/>
            <a:ext cx="447675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52500" y="571500"/>
            <a:ext cx="11001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HELPING OTHERS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62000" y="571500"/>
            <a:ext cx="57150" cy="5143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495300" y="2072580"/>
            <a:ext cx="11201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762000" y="3291780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You are now ready to build your own Python functions!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762000" y="448047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Happy Coding</a:t>
            </a:r>
            <a:endParaRPr/>
          </a:p>
        </p:txBody>
      </p:sp>
      <p:pic>
        <p:nvPicPr>
          <p:cNvPr descr="image.png" id="238" name="Google Shape;2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5425" y="4537620"/>
            <a:ext cx="2381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